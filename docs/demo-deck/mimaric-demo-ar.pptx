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ar/AI Projects/Facility Management/apps/web/public/assets/brand/Mimaric_Offici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274320"/>
            <a:ext cx="5029200" cy="2450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ميماريك للعقارات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7947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9E6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عقارية ذكية — من البيع إلى الصيانة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723644" y="446227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23644" y="44622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متوافق مع رؤية 2030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22876" y="446227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22876" y="44622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أولاً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2108" y="446227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2108" y="44622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كامل من الهاتف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للمطورين العقاريين  ·  شركات التأجير  ·  مديري المشاريع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PROPTECH  •  AUTOMATION &amp;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82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ميماريك…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972800" y="1572768"/>
            <a:ext cx="256032" cy="25603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Excel متشعبة لا يمكن تتبّعها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0515600" cy="0"/>
          </a:xfrm>
          <a:prstGeom prst="line">
            <a:avLst/>
          </a:prstGeom>
          <a:noFill/>
          <a:ln w="12700">
            <a:solidFill>
              <a:srgbClr val="DDDD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2578608"/>
            <a:ext cx="256032" cy="25603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عقود ورقية تضيع وتتأخر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0515600" cy="0"/>
          </a:xfrm>
          <a:prstGeom prst="line">
            <a:avLst/>
          </a:prstGeom>
          <a:noFill/>
          <a:ln w="1270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0" y="3584448"/>
            <a:ext cx="256032" cy="25603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المستأجرون يدفعون يدوياً بلا سجل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0515600" cy="0"/>
          </a:xfrm>
          <a:prstGeom prst="line">
            <a:avLst/>
          </a:prstGeom>
          <a:noFill/>
          <a:ln w="1270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4590288"/>
            <a:ext cx="256032" cy="256032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805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تقارير، لا رؤية، لا تحكّم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ميماريك تحل كل هذا — من شاشة واحدة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3200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733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تضيف عقاراً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108960" cy="5577840"/>
          </a:xfrm>
          <a:prstGeom prst="roundRect">
            <a:avLst>
              <a:gd name="adj" fmla="val 10294"/>
            </a:avLst>
          </a:prstGeom>
          <a:solidFill>
            <a:srgbClr val="111122"/>
          </a:solidFill>
          <a:ln w="38100">
            <a:solidFill>
              <a:srgbClr val="33446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960120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pic>
        <p:nvPicPr>
          <p:cNvPr id="6" name="Image 0" descr="/Users/omar/AI Projects/Facility Management/docs/demo-deck/screenshots/shot-unit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124712"/>
            <a:ext cx="2889504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11712" y="1399032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11712" y="1399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0" y="1371600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قسم الوحدات من القائمة السفلية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931920" y="1847088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11712" y="2478024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11712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2450592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زر "+" لإضافة وحدة جديدة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31920" y="2926080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11712" y="3557016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11712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3529584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تفاصيل العقار والموقع والسعر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931920" y="4005072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11712" y="4636008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11712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0" y="4608576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احفظ — الوحدة تظهر في القائمة فوراً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840480" y="5852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733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بنفسك في دقيقتين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97D54"/>
          </a:solidFill>
          <a:ln w="12700">
            <a:solidFill>
              <a:srgbClr val="297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3200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733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تضيف عميلاً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108960" cy="5577840"/>
          </a:xfrm>
          <a:prstGeom prst="roundRect">
            <a:avLst>
              <a:gd name="adj" fmla="val 10294"/>
            </a:avLst>
          </a:prstGeom>
          <a:solidFill>
            <a:srgbClr val="111122"/>
          </a:solidFill>
          <a:ln w="38100">
            <a:solidFill>
              <a:srgbClr val="33446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960120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pic>
        <p:nvPicPr>
          <p:cNvPr id="6" name="Image 0" descr="/Users/omar/AI Projects/Facility Management/docs/demo-deck/screenshots/shot-crm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124712"/>
            <a:ext cx="2889504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11712" y="1399032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11712" y="1399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0" y="1371600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قسم العملاء من القائمة السفلية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931920" y="1847088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11712" y="2478024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11712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2450592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زر "+" لإضافة عميل جديد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31920" y="2926080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11712" y="3557016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11712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3529584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أدخل الاسم ورقم الهوية الوطنية والهاتف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931920" y="4005072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11712" y="4636008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11712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0" y="4608576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احفظ — العميل محفوظ وجاهز للتواصل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840480" y="5852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29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بنفسك في دقيقتين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912A"/>
          </a:solidFill>
          <a:ln w="12700">
            <a:solidFill>
              <a:srgbClr val="C491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3200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733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تحصّل دفعة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108960" cy="5577840"/>
          </a:xfrm>
          <a:prstGeom prst="roundRect">
            <a:avLst>
              <a:gd name="adj" fmla="val 10294"/>
            </a:avLst>
          </a:prstGeom>
          <a:solidFill>
            <a:srgbClr val="111122"/>
          </a:solidFill>
          <a:ln w="38100">
            <a:solidFill>
              <a:srgbClr val="33446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960120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pic>
        <p:nvPicPr>
          <p:cNvPr id="6" name="Image 0" descr="/Users/omar/AI Projects/Facility Management/docs/demo-deck/screenshots/shot-pay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124712"/>
            <a:ext cx="2889504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11712" y="1399032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11712" y="1399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0" y="1371600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قسم المالية من القائمة السفلية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931920" y="1847088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411712" y="2478024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11712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2450592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العقد أو الوحدة المستحقة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31920" y="2926080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411712" y="3557016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11712" y="3557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0" y="3529584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الدفعة والمبلغ وطريقة الدفع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931920" y="4005072"/>
            <a:ext cx="77724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11712" y="4636008"/>
            <a:ext cx="329184" cy="329184"/>
          </a:xfrm>
          <a:prstGeom prst="ellipse">
            <a:avLst/>
          </a:prstGeom>
          <a:solidFill>
            <a:srgbClr val="7339AC"/>
          </a:solidFill>
          <a:ln w="12700">
            <a:solidFill>
              <a:srgbClr val="7339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11712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40480" y="4608576"/>
            <a:ext cx="7479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— سجل مالي تلقائي، لا ورق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840480" y="5852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C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بنفسك في دقيقتين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تتحدث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9516" y="1280160"/>
            <a:ext cx="3291840" cy="2926080"/>
          </a:xfrm>
          <a:prstGeom prst="roundRect">
            <a:avLst>
              <a:gd name="adj" fmla="val 6250"/>
            </a:avLst>
          </a:prstGeom>
          <a:solidFill>
            <a:srgbClr val="2D1A4A"/>
          </a:solidFill>
          <a:ln w="25400">
            <a:solidFill>
              <a:srgbClr val="9E69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9516" y="1645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9E69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٣٠٪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90956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في وقت الإدارة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48556" y="1280160"/>
            <a:ext cx="3291840" cy="2926080"/>
          </a:xfrm>
          <a:prstGeom prst="roundRect">
            <a:avLst>
              <a:gd name="adj" fmla="val 6250"/>
            </a:avLst>
          </a:prstGeom>
          <a:solidFill>
            <a:srgbClr val="2D1A4A"/>
          </a:solidFill>
          <a:ln w="25400">
            <a:solidFill>
              <a:srgbClr val="297D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48556" y="1645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29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١٠٠٪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39996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متوافق مع إيجار وزاتكا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97596" y="1280160"/>
            <a:ext cx="3291840" cy="2926080"/>
          </a:xfrm>
          <a:prstGeom prst="roundRect">
            <a:avLst>
              <a:gd name="adj" fmla="val 6250"/>
            </a:avLst>
          </a:prstGeom>
          <a:solidFill>
            <a:srgbClr val="2D1A4A"/>
          </a:solidFill>
          <a:ln w="25400">
            <a:solidFill>
              <a:srgbClr val="C49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7596" y="16459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C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٢٤/٧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289036" y="3108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من أي جهاز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C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"نظام واحد يجمع كل عمليات العقار"</a:t>
            </a:r>
            <a:endParaRPr lang="en-US" sz="1800" dirty="0"/>
          </a:p>
        </p:txBody>
      </p:sp>
      <p:pic>
        <p:nvPicPr>
          <p:cNvPr id="13" name="Image 0" descr="/Users/omar/AI Projects/Facility Management/apps/web/public/assets/brand/Mimaric_Offici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943600"/>
            <a:ext cx="228600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339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تبدأ؟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D4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تواصل معنا وسنرتّب لك عرضاً تجريبياً مجانياً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270248" y="329184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70248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mimaric.sa</a:t>
            </a:r>
            <a:endParaRPr lang="en-US" sz="2200" dirty="0"/>
          </a:p>
        </p:txBody>
      </p:sp>
      <p:pic>
        <p:nvPicPr>
          <p:cNvPr id="6" name="Image 0" descr="/Users/omar/AI Projects/Facility Management/apps/web/public/assets/brand/Mimaric_Official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4389120"/>
            <a:ext cx="4572000" cy="2231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ميماريك — عرض تعريفي</dc:title>
  <dc:subject>PptxGenJS Presentation</dc:subject>
  <dc:creator>Mimaric PropTech</dc:creator>
  <cp:lastModifiedBy>Mimaric PropTech</cp:lastModifiedBy>
  <cp:revision>1</cp:revision>
  <dcterms:created xsi:type="dcterms:W3CDTF">2026-04-21T17:33:22Z</dcterms:created>
  <dcterms:modified xsi:type="dcterms:W3CDTF">2026-04-21T17:33:22Z</dcterms:modified>
</cp:coreProperties>
</file>